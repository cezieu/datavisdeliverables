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12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</p:sldIdLst>
  <p:sldSz cy="5143500" cx="9144000"/>
  <p:notesSz cx="6858000" cy="9144000"/>
  <p:embeddedFontLst>
    <p:embeddedFont>
      <p:font typeface="PT Sans Narrow"/>
      <p:regular r:id="rId22"/>
      <p:bold r:id="rId23"/>
    </p:embeddedFont>
    <p:embeddedFont>
      <p:font typeface="Open Sans"/>
      <p:regular r:id="rId24"/>
      <p:bold r:id="rId25"/>
      <p:italic r:id="rId26"/>
      <p:boldItalic r:id="rId27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font" Target="fonts/PTSansNarrow-regular.fntdata"/><Relationship Id="rId21" Type="http://schemas.openxmlformats.org/officeDocument/2006/relationships/slide" Target="slides/slide16.xml"/><Relationship Id="rId24" Type="http://schemas.openxmlformats.org/officeDocument/2006/relationships/font" Target="fonts/OpenSans-regular.fntdata"/><Relationship Id="rId23" Type="http://schemas.openxmlformats.org/officeDocument/2006/relationships/font" Target="fonts/PTSansNarrow-bold.fntdata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font" Target="fonts/OpenSans-italic.fntdata"/><Relationship Id="rId25" Type="http://schemas.openxmlformats.org/officeDocument/2006/relationships/font" Target="fonts/OpenSans-bold.fntdata"/><Relationship Id="rId27" Type="http://schemas.openxmlformats.org/officeDocument/2006/relationships/font" Target="fonts/OpenSans-boldItalic.fntdata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11" Type="http://schemas.openxmlformats.org/officeDocument/2006/relationships/slide" Target="slides/slide6.xml"/><Relationship Id="rId10" Type="http://schemas.openxmlformats.org/officeDocument/2006/relationships/slide" Target="slides/slide5.xml"/><Relationship Id="rId13" Type="http://schemas.openxmlformats.org/officeDocument/2006/relationships/slide" Target="slides/slide8.xml"/><Relationship Id="rId12" Type="http://schemas.openxmlformats.org/officeDocument/2006/relationships/slide" Target="slides/slide7.xml"/><Relationship Id="rId15" Type="http://schemas.openxmlformats.org/officeDocument/2006/relationships/slide" Target="slides/slide10.xml"/><Relationship Id="rId14" Type="http://schemas.openxmlformats.org/officeDocument/2006/relationships/slide" Target="slides/slide9.xml"/><Relationship Id="rId17" Type="http://schemas.openxmlformats.org/officeDocument/2006/relationships/slide" Target="slides/slide12.xml"/><Relationship Id="rId16" Type="http://schemas.openxmlformats.org/officeDocument/2006/relationships/slide" Target="slides/slide11.xml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:notes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4" name="Google Shape;64;p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g3e412a11cd1_0_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0" name="Google Shape;70;g3e412a11cd1_0_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g3e412a11cd1_0_2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6" name="Google Shape;76;g3e412a11cd1_0_2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9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0" name="Google Shape;80;g3e412a11cd1_0_2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1" name="Google Shape;81;g3e412a11cd1_0_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4" name="Shape 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Google Shape;85;g3e41c9798a8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6" name="Google Shape;86;g3e41c9798a8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e41c9798a8_0_56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e41c9798a8_0_56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4" name="Shape 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5" name="Google Shape;95;g3e41c9798a8_0_5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6" name="Google Shape;96;g3e41c9798a8_0_5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e41c9798a8_0_56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2" name="Google Shape;102;g3e41c9798a8_0_56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g3e41c9798a8_0_5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07" name="Google Shape;107;g3e41c9798a8_0_5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0" name="Shape 11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1" name="Google Shape;111;g3e41c9798a8_0_5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2" name="Google Shape;112;g3e41c9798a8_0_5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" name="Google Shape;116;g3e41c9798a8_0_5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7" name="Google Shape;117;g3e41c9798a8_0_5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e41c9798a8_0_57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3" name="Google Shape;123;g3e41c9798a8_0_57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6" name="Shape 1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Google Shape;127;g3e41c9798a8_0_57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8" name="Google Shape;128;g3e41c9798a8_0_5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g3e41c9798a8_0_58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3" name="Google Shape;133;g3e41c9798a8_0_5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e41c9798a8_0_58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e41c9798a8_0_58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2" name="Shape 1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Google Shape;143;g3e41c9798a8_0_61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4" name="Google Shape;144;g3e41c9798a8_0_6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0" name="Google Shape;10;p2"/>
          <p:cNvCxnSpPr/>
          <p:nvPr/>
        </p:nvCxnSpPr>
        <p:spPr>
          <a:xfrm>
            <a:off x="7007735" y="3176888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cxnSp>
        <p:nvCxnSpPr>
          <p:cNvPr id="11" name="Google Shape;11;p2"/>
          <p:cNvCxnSpPr/>
          <p:nvPr/>
        </p:nvCxnSpPr>
        <p:spPr>
          <a:xfrm>
            <a:off x="1575035" y="3158252"/>
            <a:ext cx="562200" cy="0"/>
          </a:xfrm>
          <a:prstGeom prst="straightConnector1">
            <a:avLst/>
          </a:prstGeom>
          <a:noFill/>
          <a:ln cap="flat" cmpd="sng" w="76200">
            <a:solidFill>
              <a:schemeClr val="lt2"/>
            </a:solidFill>
            <a:prstDash val="solid"/>
            <a:round/>
            <a:headEnd len="sm" w="sm" type="none"/>
            <a:tailEnd len="sm" w="sm" type="none"/>
          </a:ln>
        </p:spPr>
      </p:cxnSp>
      <p:grpSp>
        <p:nvGrpSpPr>
          <p:cNvPr id="12" name="Google Shape;12;p2"/>
          <p:cNvGrpSpPr/>
          <p:nvPr/>
        </p:nvGrpSpPr>
        <p:grpSpPr>
          <a:xfrm>
            <a:off x="1004144" y="1022025"/>
            <a:ext cx="7136668" cy="152400"/>
            <a:chOff x="1346429" y="1011300"/>
            <a:chExt cx="6452100" cy="152400"/>
          </a:xfrm>
        </p:grpSpPr>
        <p:cxnSp>
          <p:nvCxnSpPr>
            <p:cNvPr id="13" name="Google Shape;13;p2"/>
            <p:cNvCxnSpPr/>
            <p:nvPr/>
          </p:nvCxnSpPr>
          <p:spPr>
            <a:xfrm rot="10800000">
              <a:off x="1346429" y="1011300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4" name="Google Shape;14;p2"/>
            <p:cNvCxnSpPr/>
            <p:nvPr/>
          </p:nvCxnSpPr>
          <p:spPr>
            <a:xfrm rot="10800000">
              <a:off x="1346429" y="1163700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grpSp>
        <p:nvGrpSpPr>
          <p:cNvPr id="15" name="Google Shape;15;p2"/>
          <p:cNvGrpSpPr/>
          <p:nvPr/>
        </p:nvGrpSpPr>
        <p:grpSpPr>
          <a:xfrm>
            <a:off x="1004151" y="3969100"/>
            <a:ext cx="7136668" cy="152400"/>
            <a:chOff x="1346435" y="3969088"/>
            <a:chExt cx="6452100" cy="152400"/>
          </a:xfrm>
        </p:grpSpPr>
        <p:cxnSp>
          <p:nvCxnSpPr>
            <p:cNvPr id="16" name="Google Shape;16;p2"/>
            <p:cNvCxnSpPr/>
            <p:nvPr/>
          </p:nvCxnSpPr>
          <p:spPr>
            <a:xfrm>
              <a:off x="1346435" y="4121488"/>
              <a:ext cx="6452100" cy="0"/>
            </a:xfrm>
            <a:prstGeom prst="straightConnector1">
              <a:avLst/>
            </a:prstGeom>
            <a:noFill/>
            <a:ln cap="flat" cmpd="sng" w="76200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  <p:cxnSp>
          <p:nvCxnSpPr>
            <p:cNvPr id="17" name="Google Shape;17;p2"/>
            <p:cNvCxnSpPr/>
            <p:nvPr/>
          </p:nvCxnSpPr>
          <p:spPr>
            <a:xfrm>
              <a:off x="1346435" y="3969088"/>
              <a:ext cx="6452100" cy="0"/>
            </a:xfrm>
            <a:prstGeom prst="straightConnector1">
              <a:avLst/>
            </a:prstGeom>
            <a:noFill/>
            <a:ln cap="flat" cmpd="sng" w="9525">
              <a:solidFill>
                <a:schemeClr val="accent3"/>
              </a:solidFill>
              <a:prstDash val="solid"/>
              <a:round/>
              <a:headEnd len="sm" w="sm" type="none"/>
              <a:tailEnd len="sm" w="sm" type="none"/>
            </a:ln>
          </p:spPr>
        </p:cxnSp>
      </p:grpSp>
      <p:sp>
        <p:nvSpPr>
          <p:cNvPr id="18" name="Google Shape;18;p2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1pPr>
            <a:lvl2pPr lvl="1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2pPr>
            <a:lvl3pPr lvl="2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3pPr>
            <a:lvl4pPr lvl="3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4pPr>
            <a:lvl5pPr lvl="4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5pPr>
            <a:lvl6pPr lvl="5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6pPr>
            <a:lvl7pPr lvl="6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7pPr>
            <a:lvl8pPr lvl="7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8pPr>
            <a:lvl9pPr lvl="8" algn="ctr">
              <a:spcBef>
                <a:spcPts val="0"/>
              </a:spcBef>
              <a:spcAft>
                <a:spcPts val="0"/>
              </a:spcAft>
              <a:buSzPts val="5400"/>
              <a:buNone/>
              <a:defRPr sz="5400"/>
            </a:lvl9pPr>
          </a:lstStyle>
          <a:p/>
        </p:txBody>
      </p:sp>
      <p:sp>
        <p:nvSpPr>
          <p:cNvPr id="19" name="Google Shape;19;p2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20" name="Google Shape;20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3"/>
          <p:cNvSpPr/>
          <p:nvPr/>
        </p:nvSpPr>
        <p:spPr>
          <a:xfrm>
            <a:off x="-50" y="2571900"/>
            <a:ext cx="9144000" cy="25716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3" name="Google Shape;23;p3"/>
          <p:cNvSpPr txBox="1"/>
          <p:nvPr>
            <p:ph type="title"/>
          </p:nvPr>
        </p:nvSpPr>
        <p:spPr>
          <a:xfrm>
            <a:off x="311700" y="814800"/>
            <a:ext cx="8571300" cy="9420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4" name="Google Shape;24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4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7" name="Google Shape;27;p4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28" name="Google Shape;28;p4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29" name="Google Shape;2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30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5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" type="body"/>
          </p:nvPr>
        </p:nvSpPr>
        <p:spPr>
          <a:xfrm>
            <a:off x="3117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3" name="Google Shape;33;p5"/>
          <p:cNvSpPr txBox="1"/>
          <p:nvPr>
            <p:ph idx="2" type="body"/>
          </p:nvPr>
        </p:nvSpPr>
        <p:spPr>
          <a:xfrm>
            <a:off x="4832400" y="1266175"/>
            <a:ext cx="3999900" cy="330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4" name="Google Shape;3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6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3600"/>
              <a:buNone/>
              <a:defRPr/>
            </a:lvl9pPr>
          </a:lstStyle>
          <a:p/>
        </p:txBody>
      </p:sp>
      <p:sp>
        <p:nvSpPr>
          <p:cNvPr id="37" name="Google Shape;3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38" name="Shape 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Google Shape;3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40" name="Google Shape;4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41" name="Google Shape;4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bg>
      <p:bgPr>
        <a:solidFill>
          <a:schemeClr val="accent6"/>
        </a:solidFill>
      </p:bgPr>
    </p:bg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8"/>
          <p:cNvSpPr txBox="1"/>
          <p:nvPr>
            <p:ph type="title"/>
          </p:nvPr>
        </p:nvSpPr>
        <p:spPr>
          <a:xfrm>
            <a:off x="490250" y="526350"/>
            <a:ext cx="56136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5400"/>
              <a:buNone/>
              <a:defRPr b="0" sz="5400">
                <a:solidFill>
                  <a:schemeClr val="dk2"/>
                </a:solidFill>
              </a:defRPr>
            </a:lvl9pPr>
          </a:lstStyle>
          <a:p/>
        </p:txBody>
      </p:sp>
      <p:sp>
        <p:nvSpPr>
          <p:cNvPr id="44" name="Google Shape;4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9"/>
          <p:cNvSpPr/>
          <p:nvPr/>
        </p:nvSpPr>
        <p:spPr>
          <a:xfrm>
            <a:off x="4572000" y="0"/>
            <a:ext cx="4572000" cy="5143500"/>
          </a:xfrm>
          <a:prstGeom prst="rect">
            <a:avLst/>
          </a:prstGeom>
          <a:solidFill>
            <a:schemeClr val="accent3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cxnSp>
        <p:nvCxnSpPr>
          <p:cNvPr id="47" name="Google Shape;47;p9"/>
          <p:cNvCxnSpPr/>
          <p:nvPr/>
        </p:nvCxnSpPr>
        <p:spPr>
          <a:xfrm>
            <a:off x="5029675" y="4495500"/>
            <a:ext cx="468300" cy="0"/>
          </a:xfrm>
          <a:prstGeom prst="straightConnector1">
            <a:avLst/>
          </a:prstGeom>
          <a:noFill/>
          <a:ln cap="flat" cmpd="sng" w="1905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</p:cxnSp>
      <p:sp>
        <p:nvSpPr>
          <p:cNvPr id="48" name="Google Shape;48;p9"/>
          <p:cNvSpPr txBox="1"/>
          <p:nvPr>
            <p:ph type="title"/>
          </p:nvPr>
        </p:nvSpPr>
        <p:spPr>
          <a:xfrm>
            <a:off x="265500" y="1039675"/>
            <a:ext cx="4045200" cy="16758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49" name="Google Shape;49;p9"/>
          <p:cNvSpPr txBox="1"/>
          <p:nvPr>
            <p:ph idx="1" type="subTitle"/>
          </p:nvPr>
        </p:nvSpPr>
        <p:spPr>
          <a:xfrm>
            <a:off x="265500" y="27268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50" name="Google Shape;50;p9"/>
          <p:cNvSpPr txBox="1"/>
          <p:nvPr>
            <p:ph idx="2" type="body"/>
          </p:nvPr>
        </p:nvSpPr>
        <p:spPr>
          <a:xfrm>
            <a:off x="4939500" y="724200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42900" lvl="0" marL="457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800"/>
              <a:buChar char="●"/>
              <a:defRPr>
                <a:solidFill>
                  <a:schemeClr val="lt1"/>
                </a:solidFill>
              </a:defRPr>
            </a:lvl1pPr>
            <a:lvl2pPr indent="-317500" lvl="1" marL="914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2pPr>
            <a:lvl3pPr indent="-317500" lvl="2" marL="1371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●"/>
              <a:defRPr>
                <a:solidFill>
                  <a:schemeClr val="lt1"/>
                </a:solidFill>
              </a:defRPr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○"/>
              <a:defRPr>
                <a:solidFill>
                  <a:schemeClr val="lt1"/>
                </a:solidFill>
              </a:defRPr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Clr>
                <a:schemeClr val="lt1"/>
              </a:buClr>
              <a:buSzPts val="1400"/>
              <a:buChar char="■"/>
              <a:defRPr>
                <a:solidFill>
                  <a:schemeClr val="lt1"/>
                </a:solidFill>
              </a:defRPr>
            </a:lvl9pPr>
          </a:lstStyle>
          <a:p/>
        </p:txBody>
      </p:sp>
      <p:sp>
        <p:nvSpPr>
          <p:cNvPr id="51" name="Google Shape;51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>
                <a:solidFill>
                  <a:schemeClr val="lt1"/>
                </a:solidFill>
              </a:defRPr>
            </a:lvl1pPr>
            <a:lvl2pPr lvl="1">
              <a:buNone/>
              <a:defRPr>
                <a:solidFill>
                  <a:schemeClr val="lt1"/>
                </a:solidFill>
              </a:defRPr>
            </a:lvl2pPr>
            <a:lvl3pPr lvl="2">
              <a:buNone/>
              <a:defRPr>
                <a:solidFill>
                  <a:schemeClr val="lt1"/>
                </a:solidFill>
              </a:defRPr>
            </a:lvl3pPr>
            <a:lvl4pPr lvl="3">
              <a:buNone/>
              <a:defRPr>
                <a:solidFill>
                  <a:schemeClr val="lt1"/>
                </a:solidFill>
              </a:defRPr>
            </a:lvl4pPr>
            <a:lvl5pPr lvl="4">
              <a:buNone/>
              <a:defRPr>
                <a:solidFill>
                  <a:schemeClr val="lt1"/>
                </a:solidFill>
              </a:defRPr>
            </a:lvl5pPr>
            <a:lvl6pPr lvl="5">
              <a:buNone/>
              <a:defRPr>
                <a:solidFill>
                  <a:schemeClr val="lt1"/>
                </a:solidFill>
              </a:defRPr>
            </a:lvl6pPr>
            <a:lvl7pPr lvl="6">
              <a:buNone/>
              <a:defRPr>
                <a:solidFill>
                  <a:schemeClr val="lt1"/>
                </a:solidFill>
              </a:defRPr>
            </a:lvl7pPr>
            <a:lvl8pPr lvl="7">
              <a:buNone/>
              <a:defRPr>
                <a:solidFill>
                  <a:schemeClr val="lt1"/>
                </a:solidFill>
              </a:defRPr>
            </a:lvl8pPr>
            <a:lvl9pPr lvl="8">
              <a:buNone/>
              <a:defRPr>
                <a:solidFill>
                  <a:schemeClr val="lt1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52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10"/>
          <p:cNvSpPr txBox="1"/>
          <p:nvPr>
            <p:ph idx="1" type="body"/>
          </p:nvPr>
        </p:nvSpPr>
        <p:spPr>
          <a:xfrm>
            <a:off x="311700" y="4230725"/>
            <a:ext cx="5998800" cy="598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Font typeface="PT Sans Narrow"/>
              <a:buNone/>
              <a:defRPr sz="2400">
                <a:latin typeface="PT Sans Narrow"/>
                <a:ea typeface="PT Sans Narrow"/>
                <a:cs typeface="PT Sans Narrow"/>
                <a:sym typeface="PT Sans Narrow"/>
              </a:defRPr>
            </a:lvl1pPr>
          </a:lstStyle>
          <a:p/>
        </p:txBody>
      </p:sp>
      <p:sp>
        <p:nvSpPr>
          <p:cNvPr id="54" name="Google Shape;54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55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11"/>
          <p:cNvSpPr/>
          <p:nvPr/>
        </p:nvSpPr>
        <p:spPr>
          <a:xfrm>
            <a:off x="-75" y="5045700"/>
            <a:ext cx="9144000" cy="978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57" name="Google Shape;57;p11"/>
          <p:cNvSpPr txBox="1"/>
          <p:nvPr>
            <p:ph hasCustomPrompt="1" type="title"/>
          </p:nvPr>
        </p:nvSpPr>
        <p:spPr>
          <a:xfrm>
            <a:off x="311700" y="1304850"/>
            <a:ext cx="8520600" cy="15384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1pPr>
            <a:lvl2pPr lvl="1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2pPr>
            <a:lvl3pPr lvl="2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3pPr>
            <a:lvl4pPr lvl="3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4pPr>
            <a:lvl5pPr lvl="4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5pPr>
            <a:lvl6pPr lvl="5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6pPr>
            <a:lvl7pPr lvl="6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7pPr>
            <a:lvl8pPr lvl="7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8pPr>
            <a:lvl9pPr lvl="8" algn="ctr">
              <a:spcBef>
                <a:spcPts val="0"/>
              </a:spcBef>
              <a:spcAft>
                <a:spcPts val="0"/>
              </a:spcAft>
              <a:buClr>
                <a:schemeClr val="accent3"/>
              </a:buClr>
              <a:buSzPts val="13000"/>
              <a:buNone/>
              <a:defRPr sz="13000">
                <a:solidFill>
                  <a:schemeClr val="accent3"/>
                </a:solidFill>
              </a:defRPr>
            </a:lvl9pPr>
          </a:lstStyle>
          <a:p>
            <a:r>
              <a:t>xx%</a:t>
            </a:r>
          </a:p>
        </p:txBody>
      </p:sp>
      <p:sp>
        <p:nvSpPr>
          <p:cNvPr id="58" name="Google Shape;58;p11"/>
          <p:cNvSpPr txBox="1"/>
          <p:nvPr>
            <p:ph idx="1" type="body"/>
          </p:nvPr>
        </p:nvSpPr>
        <p:spPr>
          <a:xfrm>
            <a:off x="311700" y="2995650"/>
            <a:ext cx="8520600" cy="1071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indent="-317500" lvl="1" marL="9144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indent="-317500" lvl="2" marL="13716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59" name="Google Shape;59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60" name="Shape 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Google Shape;61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tropic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707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accent1"/>
              </a:buClr>
              <a:buSzPts val="3600"/>
              <a:buFont typeface="PT Sans Narrow"/>
              <a:buNone/>
              <a:defRPr b="1" sz="3600">
                <a:solidFill>
                  <a:schemeClr val="accent1"/>
                </a:solidFill>
                <a:latin typeface="PT Sans Narrow"/>
                <a:ea typeface="PT Sans Narrow"/>
                <a:cs typeface="PT Sans Narrow"/>
                <a:sym typeface="PT Sans Narrow"/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266325"/>
            <a:ext cx="8520600" cy="330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429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Open Sans"/>
              <a:buChar char="●"/>
              <a:defRPr sz="18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indent="-3175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indent="-3175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●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○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Open Sans"/>
              <a:buChar char="■"/>
              <a:defRPr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1pPr>
            <a:lvl2pPr lvl="1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2pPr>
            <a:lvl3pPr lvl="2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3pPr>
            <a:lvl4pPr lvl="3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4pPr>
            <a:lvl5pPr lvl="4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5pPr>
            <a:lvl6pPr lvl="5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6pPr>
            <a:lvl7pPr lvl="6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7pPr>
            <a:lvl8pPr lvl="7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8pPr>
            <a:lvl9pPr lvl="8" algn="r">
              <a:buNone/>
              <a:defRPr sz="1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ro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8.png"/><Relationship Id="rId4" Type="http://schemas.openxmlformats.org/officeDocument/2006/relationships/image" Target="../media/image1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3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12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11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5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5.png"/><Relationship Id="rId4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7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4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16.png"/><Relationship Id="rId4" Type="http://schemas.openxmlformats.org/officeDocument/2006/relationships/image" Target="../media/image10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4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8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1.xml"/><Relationship Id="rId2" Type="http://schemas.openxmlformats.org/officeDocument/2006/relationships/notesSlide" Target="../notesSlides/notesSlide16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dk1"/>
        </a:solidFill>
      </p:bgPr>
    </p:bg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p13"/>
          <p:cNvSpPr txBox="1"/>
          <p:nvPr>
            <p:ph type="ctrTitle"/>
          </p:nvPr>
        </p:nvSpPr>
        <p:spPr>
          <a:xfrm>
            <a:off x="1004150" y="1751764"/>
            <a:ext cx="7136700" cy="10224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Data Vis: EMBER Yearly Electricity Data</a:t>
            </a:r>
            <a:endParaRPr/>
          </a:p>
        </p:txBody>
      </p:sp>
      <p:sp>
        <p:nvSpPr>
          <p:cNvPr id="67" name="Google Shape;67;p13"/>
          <p:cNvSpPr txBox="1"/>
          <p:nvPr>
            <p:ph idx="1" type="subTitle"/>
          </p:nvPr>
        </p:nvSpPr>
        <p:spPr>
          <a:xfrm>
            <a:off x="2137225" y="2850039"/>
            <a:ext cx="48705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ro"/>
              <a:t>Iancu Florentina-Mihaela, Popescu Cezar-Gabriel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1" name="Shape 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2" name="Google Shape;72;p1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64808" cy="48387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1797"/>
            <a:ext cx="9144001" cy="513990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7" name="Shape 7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8" name="Google Shape;78;p1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425" y="0"/>
            <a:ext cx="9139182" cy="51435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2" name="Shape 8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3" name="Google Shape;83;p1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6200" y="50575"/>
            <a:ext cx="8991600" cy="50423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7" name="Shape 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8" name="Google Shape;88;p1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72563"/>
            <a:ext cx="8839200" cy="439838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358388"/>
            <a:ext cx="8839202" cy="442671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7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8" name="Google Shape;98;p1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5341687" cy="2571750"/>
          </a:xfrm>
          <a:prstGeom prst="rect">
            <a:avLst/>
          </a:prstGeom>
          <a:noFill/>
          <a:ln>
            <a:noFill/>
          </a:ln>
        </p:spPr>
      </p:pic>
      <p:pic>
        <p:nvPicPr>
          <p:cNvPr id="99" name="Google Shape;99;p1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02250" y="2571750"/>
            <a:ext cx="5341738" cy="25717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" name="Google Shape;104;p20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97238" y="152400"/>
            <a:ext cx="8549519" cy="48387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9" name="Google Shape;109;p2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80988" y="76200"/>
            <a:ext cx="6182014" cy="4991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3" name="Shape 1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4" name="Google Shape;114;p2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7192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8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9" name="Google Shape;119;p2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4572001" cy="2289685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2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071085" y="1581275"/>
            <a:ext cx="7072916" cy="3562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p24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228200"/>
            <a:ext cx="8839200" cy="468711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0" name="Google Shape;130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623571" cy="4838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5" name="Google Shape;135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8839202" cy="478085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556888"/>
            <a:ext cx="4572000" cy="4029724"/>
          </a:xfrm>
          <a:prstGeom prst="rect">
            <a:avLst/>
          </a:prstGeom>
          <a:noFill/>
          <a:ln>
            <a:noFill/>
          </a:ln>
        </p:spPr>
      </p:pic>
      <p:pic>
        <p:nvPicPr>
          <p:cNvPr id="141" name="Google Shape;141;p27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596900" y="556900"/>
            <a:ext cx="4547100" cy="40296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145" name="Shape 1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6" name="Google Shape;146;p28"/>
          <p:cNvSpPr txBox="1"/>
          <p:nvPr/>
        </p:nvSpPr>
        <p:spPr>
          <a:xfrm>
            <a:off x="1433100" y="1748175"/>
            <a:ext cx="6277800" cy="13596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1" lang="ro" sz="5000">
                <a:solidFill>
                  <a:schemeClr val="dk2"/>
                </a:solidFill>
                <a:latin typeface="Open Sans"/>
                <a:ea typeface="Open Sans"/>
                <a:cs typeface="Open Sans"/>
                <a:sym typeface="Open Sans"/>
              </a:rPr>
              <a:t>Thank you!</a:t>
            </a:r>
            <a:endParaRPr b="1" sz="5000">
              <a:solidFill>
                <a:schemeClr val="dk2"/>
              </a:solidFill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7" name="Google Shape;147;p28"/>
          <p:cNvSpPr/>
          <p:nvPr/>
        </p:nvSpPr>
        <p:spPr>
          <a:xfrm>
            <a:off x="-652650" y="-574950"/>
            <a:ext cx="3115500" cy="3146700"/>
          </a:xfrm>
          <a:prstGeom prst="ellipse">
            <a:avLst/>
          </a:prstGeom>
          <a:solidFill>
            <a:schemeClr val="lt1"/>
          </a:solidFill>
          <a:ln cap="flat" cmpd="sng" w="76200">
            <a:solidFill>
              <a:schemeClr val="accent5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8" name="Google Shape;148;p28"/>
          <p:cNvSpPr/>
          <p:nvPr/>
        </p:nvSpPr>
        <p:spPr>
          <a:xfrm>
            <a:off x="486500" y="-1572425"/>
            <a:ext cx="3115500" cy="3146700"/>
          </a:xfrm>
          <a:prstGeom prst="ellipse">
            <a:avLst/>
          </a:prstGeom>
          <a:solidFill>
            <a:schemeClr val="lt1"/>
          </a:solidFill>
          <a:ln cap="flat" cmpd="sng" w="1524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49" name="Google Shape;149;p28"/>
          <p:cNvSpPr/>
          <p:nvPr/>
        </p:nvSpPr>
        <p:spPr>
          <a:xfrm rot="1075856">
            <a:off x="6521816" y="3441771"/>
            <a:ext cx="2555947" cy="2452914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0" name="Google Shape;150;p28"/>
          <p:cNvSpPr/>
          <p:nvPr/>
        </p:nvSpPr>
        <p:spPr>
          <a:xfrm rot="-1341052">
            <a:off x="-1493261" y="-865579"/>
            <a:ext cx="2556028" cy="2452850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accent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1" name="Google Shape;151;p28"/>
          <p:cNvSpPr/>
          <p:nvPr/>
        </p:nvSpPr>
        <p:spPr>
          <a:xfrm>
            <a:off x="4669550" y="3216650"/>
            <a:ext cx="2750400" cy="2649300"/>
          </a:xfrm>
          <a:prstGeom prst="pie">
            <a:avLst>
              <a:gd fmla="val 0" name="adj1"/>
              <a:gd fmla="val 16200000" name="adj2"/>
            </a:avLst>
          </a:prstGeom>
          <a:solidFill>
            <a:schemeClr val="lt1"/>
          </a:solidFill>
          <a:ln cap="flat" cmpd="sng" w="114300">
            <a:solidFill>
              <a:srgbClr val="FFFF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2" name="Google Shape;152;p28"/>
          <p:cNvSpPr/>
          <p:nvPr/>
        </p:nvSpPr>
        <p:spPr>
          <a:xfrm>
            <a:off x="6433250" y="2882525"/>
            <a:ext cx="1313100" cy="1289700"/>
          </a:xfrm>
          <a:prstGeom prst="ellipse">
            <a:avLst/>
          </a:prstGeom>
          <a:solidFill>
            <a:schemeClr val="lt1"/>
          </a:solidFill>
          <a:ln cap="flat" cmpd="sng" w="76200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3" name="Google Shape;153;p28"/>
          <p:cNvSpPr/>
          <p:nvPr/>
        </p:nvSpPr>
        <p:spPr>
          <a:xfrm>
            <a:off x="5218200" y="3962525"/>
            <a:ext cx="407100" cy="404100"/>
          </a:xfrm>
          <a:prstGeom prst="ellipse">
            <a:avLst/>
          </a:prstGeom>
          <a:solidFill>
            <a:schemeClr val="lt1"/>
          </a:solidFill>
          <a:ln cap="flat" cmpd="sng" w="114300">
            <a:solidFill>
              <a:schemeClr val="accent4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  <p:sp>
        <p:nvSpPr>
          <p:cNvPr id="154" name="Google Shape;154;p28"/>
          <p:cNvSpPr/>
          <p:nvPr/>
        </p:nvSpPr>
        <p:spPr>
          <a:xfrm rot="-533369">
            <a:off x="-839769" y="-502939"/>
            <a:ext cx="1622995" cy="1594438"/>
          </a:xfrm>
          <a:prstGeom prst="rect">
            <a:avLst/>
          </a:prstGeom>
          <a:solidFill>
            <a:schemeClr val="lt1"/>
          </a:solidFill>
          <a:ln cap="flat" cmpd="sng" w="3810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Open Sans"/>
              <a:ea typeface="Open Sans"/>
              <a:cs typeface="Open Sans"/>
              <a:sym typeface="Open Sans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Tropic">
  <a:themeElements>
    <a:clrScheme name="Tropic">
      <a:dk1>
        <a:srgbClr val="A1E8D9"/>
      </a:dk1>
      <a:lt1>
        <a:srgbClr val="FFFFFF"/>
      </a:lt1>
      <a:dk2>
        <a:srgbClr val="695D46"/>
      </a:dk2>
      <a:lt2>
        <a:srgbClr val="B3A77D"/>
      </a:lt2>
      <a:accent1>
        <a:srgbClr val="EF6C00"/>
      </a:accent1>
      <a:accent2>
        <a:srgbClr val="CE93D8"/>
      </a:accent2>
      <a:accent3>
        <a:srgbClr val="4DB6AC"/>
      </a:accent3>
      <a:accent4>
        <a:srgbClr val="FF9800"/>
      </a:accent4>
      <a:accent5>
        <a:srgbClr val="009668"/>
      </a:accent5>
      <a:accent6>
        <a:srgbClr val="EEFF41"/>
      </a:accent6>
      <a:hlink>
        <a:srgbClr val="009668"/>
      </a:hlink>
      <a:folHlink>
        <a:srgbClr val="009668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